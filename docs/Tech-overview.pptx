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58" r:id="rId8"/>
    <p:sldId id="263" r:id="rId9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6339"/>
  </p:normalViewPr>
  <p:slideViewPr>
    <p:cSldViewPr snapToGrid="0" snapToObjects="1">
      <p:cViewPr varScale="1">
        <p:scale>
          <a:sx n="134" d="100"/>
          <a:sy n="134" d="100"/>
        </p:scale>
        <p:origin x="1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2025-01-15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75542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pragma-merge-running # Flag to start pragma-merge.js. Polled by script ‘pragma-merge’ to know when finished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‘pragma-merge-running’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’pragma-merge-running’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1" y="7263108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4339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15498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askpass is initated by 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 askpasslog.txt, 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4695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Git-related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5684870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27924</TotalTime>
  <Words>4432</Words>
  <Application>Microsoft Macintosh PowerPoint</Application>
  <PresentationFormat>A3 (297 x 420 mm)</PresentationFormat>
  <Paragraphs>537</Paragraphs>
  <Slides>8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Office-tema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261</cp:revision>
  <dcterms:created xsi:type="dcterms:W3CDTF">2020-06-24T14:21:06Z</dcterms:created>
  <dcterms:modified xsi:type="dcterms:W3CDTF">2025-01-15T22:43:33Z</dcterms:modified>
</cp:coreProperties>
</file>