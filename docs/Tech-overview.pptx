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64" r:id="rId8"/>
    <p:sldId id="265" r:id="rId9"/>
    <p:sldId id="258" r:id="rId10"/>
    <p:sldId id="263" r:id="rId11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65"/>
    <p:restoredTop sz="96339"/>
  </p:normalViewPr>
  <p:slideViewPr>
    <p:cSldViewPr snapToGrid="0" snapToObjects="1">
      <p:cViewPr>
        <p:scale>
          <a:sx n="204" d="100"/>
          <a:sy n="204" d="100"/>
        </p:scale>
        <p:origin x="136" y="-39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2025-05-23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8785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2" y="7408417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5727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(integrated 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89364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6423533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8A4-4062-70FA-687B-0BDD7B4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423371-BCFF-813B-8CF5-793F83A1739A}"/>
              </a:ext>
            </a:extLst>
          </p:cNvPr>
          <p:cNvSpPr txBox="1"/>
          <p:nvPr/>
        </p:nvSpPr>
        <p:spPr>
          <a:xfrm>
            <a:off x="416902" y="122259"/>
            <a:ext cx="90384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(commands on server)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0BB3AB89-4809-925B-71E3-11418FACC157}"/>
              </a:ext>
            </a:extLst>
          </p:cNvPr>
          <p:cNvSpPr txBox="1"/>
          <p:nvPr/>
        </p:nvSpPr>
        <p:spPr>
          <a:xfrm>
            <a:off x="498478" y="1497415"/>
            <a:ext cx="3274288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Running git commands transparently on a server is implemented this way 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r>
              <a:rPr lang="en-US" sz="800" noProof="1"/>
              <a:t>-  is a bash script which runs git-commands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simpleGit uses ssh-git-client as a new binary instead of builtin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is the ssh URL to the repo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Other arguments are same as for local git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 URL example format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ssh://jan@linus/usr/local/MATLAB/imlook4d/imlook4d_DEVELOP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4CC239A-FBA7-870A-44C9-D36BD394F293}"/>
              </a:ext>
            </a:extLst>
          </p:cNvPr>
          <p:cNvSpPr txBox="1"/>
          <p:nvPr/>
        </p:nvSpPr>
        <p:spPr>
          <a:xfrm>
            <a:off x="336553" y="953256"/>
            <a:ext cx="1829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on server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4F8EF986-C685-6786-DD73-97E044DC219F}"/>
              </a:ext>
            </a:extLst>
          </p:cNvPr>
          <p:cNvSpPr txBox="1"/>
          <p:nvPr/>
        </p:nvSpPr>
        <p:spPr>
          <a:xfrm>
            <a:off x="498478" y="3422956"/>
            <a:ext cx="3274288" cy="612475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Interacting with pragma-merge with git on a server is a lot more complicated, since the difftool has to send multiple files back to client’s pragma-merge.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pragma-merge </a:t>
            </a:r>
            <a:r>
              <a:rPr lang="en-US" sz="800" noProof="1"/>
              <a:t>-  works differently on the server: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through git diff and merge commands, but over </a:t>
            </a:r>
            <a:br>
              <a:rPr lang="en-US" sz="800" noProof="1"/>
            </a:br>
            <a:r>
              <a:rPr lang="en-US" sz="800" noProof="1"/>
              <a:t>git-client-ssh instead of local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SIGNALING FILE: $TMP/pragma-merge-running-ssh</a:t>
            </a:r>
            <a:br>
              <a:rPr lang="en-US" sz="800" noProof="1"/>
            </a:br>
            <a:r>
              <a:rPr lang="en-US" sz="800" noProof="1"/>
              <a:t>OUTPUT FILE: $FILE_LIST_ON_SSH 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Config file must contain row (note argument 5 = ‘ssh’):</a:t>
            </a:r>
            <a:br>
              <a:rPr lang="en-US" sz="800" noProof="1"/>
            </a:br>
            <a:r>
              <a:rPr lang="en-US" sz="800" noProof="1"/>
              <a:t>cmd = /home/jan/Desktop/Pragma-git-dev/pragma-merge $BASE $LOCAL $REMOTE $MERGED 'ssh'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Identifies that it is an ‘ssh’ command by argument 5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signaling file $TMP/pragma-merge-running-ssh</a:t>
            </a:r>
            <a:br>
              <a:rPr lang="en-US" sz="800" noProof="1"/>
            </a:br>
            <a:r>
              <a:rPr lang="en-US" sz="800" noProof="1"/>
              <a:t>(instead of $TMP/pragma-merge-running)</a:t>
            </a:r>
            <a:br>
              <a:rPr lang="en-US" sz="800" noProof="1"/>
            </a:br>
            <a:r>
              <a:rPr lang="en-US" sz="800" noProof="1"/>
              <a:t>NOTE: stays open pragma-merge on client closes TODO!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:</a:t>
            </a:r>
            <a:br>
              <a:rPr lang="en-US" sz="800" noProof="1"/>
            </a:br>
            <a:r>
              <a:rPr lang="en-US" sz="800" noProof="1"/>
              <a:t>$FILE_LIST_ON_SSH – file listing 4 files given by git difftool command : $BASE $LOCAL $REMOTE $MERGED</a:t>
            </a:r>
            <a:br>
              <a:rPr lang="en-US" sz="800" noProof="1"/>
            </a:br>
            <a:r>
              <a:rPr lang="en-US" sz="800" noProof="1"/>
              <a:t>(FILE_LIST_ON_SSH  = /tmp/test.txt)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 : ssh-git-client (when difftool or mergetool) </a:t>
            </a:r>
            <a:r>
              <a:rPr lang="en-US" sz="800" noProof="1"/>
              <a:t>starts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difftool or mergetool command, </a:t>
            </a:r>
            <a:br>
              <a:rPr lang="en-US" sz="800" noProof="1"/>
            </a:br>
            <a:r>
              <a:rPr lang="en-US" sz="800" noProof="1"/>
              <a:t>start “delayed-start-pragma-merge” in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diff/merge command on server</a:t>
            </a:r>
            <a:br>
              <a:rPr lang="en-US" sz="800" noProof="1"/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 : delayed-start-pragma-merge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a few second for ssh-git-client to run on server</a:t>
            </a:r>
            <a:br>
              <a:rPr lang="en-US" sz="800" noProof="1"/>
            </a:br>
            <a:r>
              <a:rPr lang="en-US" sz="800" noProof="1"/>
              <a:t>TODO: instead, check if $FILE_LIST_ON_SSH has been created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Start ssh-pragma-merge-files, to pick up files from server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CLIENT; ssh-pragma-merge-files – </a:t>
            </a:r>
            <a:r>
              <a:rPr lang="en-US" sz="800" noProof="1"/>
              <a:t>picks up server files to client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OUTPUT FILES: </a:t>
            </a:r>
            <a:br>
              <a:rPr lang="en-US" sz="800" noProof="1"/>
            </a:br>
            <a:r>
              <a:rPr lang="en-US" sz="800" noProof="1"/>
              <a:t>$FILE_LIST_ON_SSH </a:t>
            </a:r>
            <a:br>
              <a:rPr lang="en-US" sz="800" noProof="1"/>
            </a:br>
            <a:r>
              <a:rPr lang="en-US" sz="800" noProof="1"/>
              <a:t>Files in $TEMP_FILE_LOCATION folder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= SSH 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Picks up $FILE_LIST_ON_SSH from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Copy 4 listed files to client folder $TEMP_FILE_LOCATION</a:t>
            </a:r>
            <a:br>
              <a:rPr lang="en-US" sz="800" noProof="1"/>
            </a:br>
            <a:r>
              <a:rPr lang="en-US" sz="800" noProof="1"/>
              <a:t>(= '/tmp/pragma-git-ssh-folders’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Convert $FILE_LIST_ON_SSH relative paths to $ABSOLUTE_FILE_LOCATIONS on client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CLIENT; ssh-close-pragma-merge-ssh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when closing local pragma-merge window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SIGNALING FILE: $TMP/pragma-merge-running-ssh on server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$FILE_LIST_ON_SSH on server</a:t>
            </a:r>
          </a:p>
        </p:txBody>
      </p:sp>
      <p:sp>
        <p:nvSpPr>
          <p:cNvPr id="10" name="textruta 5">
            <a:extLst>
              <a:ext uri="{FF2B5EF4-FFF2-40B4-BE49-F238E27FC236}">
                <a16:creationId xmlns:a16="http://schemas.microsoft.com/office/drawing/2014/main" id="{888AD4D2-EC1F-D93E-0C03-32EE71D053F5}"/>
              </a:ext>
            </a:extLst>
          </p:cNvPr>
          <p:cNvSpPr txBox="1"/>
          <p:nvPr/>
        </p:nvSpPr>
        <p:spPr>
          <a:xfrm>
            <a:off x="336553" y="2878797"/>
            <a:ext cx="2054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</a:t>
            </a:r>
          </a:p>
        </p:txBody>
      </p:sp>
    </p:spTree>
    <p:extLst>
      <p:ext uri="{BB962C8B-B14F-4D97-AF65-F5344CB8AC3E}">
        <p14:creationId xmlns:p14="http://schemas.microsoft.com/office/powerpoint/2010/main" val="325347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29689</TotalTime>
  <Words>5427</Words>
  <Application>Microsoft Macintosh PowerPoint</Application>
  <PresentationFormat>A3 Paper (297x420 mm)</PresentationFormat>
  <Paragraphs>623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284</cp:revision>
  <dcterms:created xsi:type="dcterms:W3CDTF">2020-06-24T14:21:06Z</dcterms:created>
  <dcterms:modified xsi:type="dcterms:W3CDTF">2025-05-24T19:28:12Z</dcterms:modified>
</cp:coreProperties>
</file>