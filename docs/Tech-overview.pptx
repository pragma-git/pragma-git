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58" r:id="rId9"/>
    <p:sldId id="263" r:id="rId10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6339"/>
  </p:normalViewPr>
  <p:slideViewPr>
    <p:cSldViewPr snapToGrid="0" snapToObjects="1">
      <p:cViewPr>
        <p:scale>
          <a:sx n="160" d="100"/>
          <a:sy n="160" d="100"/>
        </p:scale>
        <p:origin x="128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75542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pragma-merge-running # Flag to start pragma-merge.js. Polled by script ‘pragma-merge’ to know when finished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‘pragma-merge-running’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’pragma-merge-running’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1" y="7263108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27982</TotalTime>
  <Words>4927</Words>
  <Application>Microsoft Macintosh PowerPoint</Application>
  <PresentationFormat>A3 Paper (297x420 mm)</PresentationFormat>
  <Paragraphs>586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273</cp:revision>
  <dcterms:created xsi:type="dcterms:W3CDTF">2020-06-24T14:21:06Z</dcterms:created>
  <dcterms:modified xsi:type="dcterms:W3CDTF">2025-04-27T18:43:31Z</dcterms:modified>
</cp:coreProperties>
</file>